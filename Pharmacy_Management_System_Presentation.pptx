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armacy_hero_1776423523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A Comprehensive Solution for Inventory &amp;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inventory management leads to errors and revenue loss.</a:t>
            </a:r>
          </a:p>
          <a:p>
            <a:r>
              <a:t>• Difficulty in tracking product expiry dates.</a:t>
            </a:r>
          </a:p>
          <a:p>
            <a:r>
              <a:t>• Time-consuming sales report generation.</a:t>
            </a:r>
          </a:p>
          <a:p>
            <a:r>
              <a:t>• Lack of real-time stock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Inventory Tracking</a:t>
            </a:r>
          </a:p>
          <a:p>
            <a:r>
              <a:t>Secure User Authentication (OTP Based)</a:t>
            </a:r>
          </a:p>
          <a:p>
            <a:r>
              <a:t>Shopping Cart &amp; Digital Payments (Razorpay)</a:t>
            </a:r>
          </a:p>
          <a:p>
            <a:r>
              <a:t>Dynamic Invoice Generation</a:t>
            </a:r>
          </a:p>
          <a:p>
            <a:r>
              <a:t>Comprehensive Admin Dashboard</a:t>
            </a:r>
          </a:p>
        </p:txBody>
      </p:sp>
      <p:pic>
        <p:nvPicPr>
          <p:cNvPr id="4" name="Picture 3" descr="inventory_dashboard_1776423573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 with Django Web Framework</a:t>
            </a:r>
          </a:p>
          <a:p>
            <a:r>
              <a:t>Frontend: HTML5, CSS3, JavaScript</a:t>
            </a:r>
          </a:p>
          <a:p>
            <a:r>
              <a:t>Database: SQLite (Relational DB)</a:t>
            </a:r>
          </a:p>
          <a:p>
            <a:r>
              <a:t>Payment Gateway: Razorpay Integration</a:t>
            </a:r>
          </a:p>
          <a:p>
            <a:r>
              <a:t>Architecture: Model-View-Template (MVT)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scalability and maintainability.</a:t>
            </a:r>
          </a:p>
          <a:p>
            <a:r>
              <a:t>• Use Case Diagram: Admin and Customer roles.</a:t>
            </a:r>
          </a:p>
          <a:p>
            <a:r>
              <a:t>• Class Diagram: Models for Products, Suppliers, and Orders.</a:t>
            </a:r>
          </a:p>
          <a:p>
            <a:r>
              <a:t>• Activity Diagram: Seamless order placement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Intuitive user experience from browsing to checkout.</a:t>
            </a:r>
          </a:p>
        </p:txBody>
      </p:sp>
      <p:pic>
        <p:nvPicPr>
          <p:cNvPr id="4" name="Picture 3" descr="customer_order_flow_1776423631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 &amp; Secure Payments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Payment Options: COD &amp; Online</a:t>
            </a:r>
          </a:p>
          <a:p>
            <a:r>
              <a:t>Seamless Razorpay integration for fast transactions.</a:t>
            </a:r>
          </a:p>
          <a:p>
            <a:r>
              <a:t>Real-time stock adjustment upon order placement.</a:t>
            </a:r>
          </a:p>
          <a:p>
            <a:r>
              <a:t>Instant order confirmation and history tracking.</a:t>
            </a:r>
          </a:p>
        </p:txBody>
      </p:sp>
      <p:pic>
        <p:nvPicPr>
          <p:cNvPr id="4" name="Picture 3" descr="online_payment_17764235895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Testing for database models.</a:t>
            </a:r>
          </a:p>
          <a:p>
            <a:r>
              <a:t>Functional Testing for core views.</a:t>
            </a:r>
          </a:p>
          <a:p>
            <a:r>
              <a:t>Status: ALL TESTS PASSED.</a:t>
            </a:r>
          </a:p>
          <a:p>
            <a:r>
              <a:t>Ensuring data integrity and responsive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Barcode scanning for rapid sales execution.</a:t>
            </a:r>
          </a:p>
          <a:p>
            <a:r>
              <a:t>Automated email alerts for low-stock items.</a:t>
            </a:r>
          </a:p>
          <a:p>
            <a:r>
              <a:t>Advanced analytics and sales forecasting.</a:t>
            </a:r>
          </a:p>
          <a:p>
            <a:r>
              <a:t>Mobile Application for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Pharmacy Management System provides a robust, scalable solution for modern pharmacies, replacing inefficient manual processes with a streamlined digital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