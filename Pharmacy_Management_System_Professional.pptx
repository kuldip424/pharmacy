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harmacy_hero_17764235236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800" b="1">
                <a:solidFill>
                  <a:srgbClr val="FFFFFF"/>
                </a:solidFill>
              </a:defRPr>
            </a:pPr>
            <a:r>
              <a:t>Pharmacy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Presented By: Chauhan Kuldip</a:t>
            </a:r>
          </a:p>
          <a:p>
            <a:pPr>
              <a:defRPr sz="2000" b="0">
                <a:solidFill>
                  <a:srgbClr val="FFFFFF"/>
                </a:solidFill>
              </a:defRPr>
            </a:pPr>
            <a:r>
              <a:t>Roll No: 2401151012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Guided By: Ms. Jayna Rasania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JG University, School of Computing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(MCA Semester IV)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952" cy="989045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 &amp;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212529"/>
                </a:solidFill>
              </a:defRPr>
            </a:pPr>
            <a:r>
              <a:t>A comprehensive web-based application to automate and digitize day-to-day pharmacy operations.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Goal: Replace traditional manual methods to reduce human error and improve efficiency.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Architecture: Follows the Model-View-Template (MVT) architecture for clean separation of concerns.</a:t>
            </a:r>
          </a:p>
        </p:txBody>
      </p:sp>
      <p:pic>
        <p:nvPicPr>
          <p:cNvPr id="5" name="Picture 4" descr="laptop_pharmacy_mockup_1776424003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952" cy="1026367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212529"/>
                </a:solidFill>
              </a:defRPr>
            </a:pPr>
            <a:r>
              <a:t>Manual record-keeping of medicines, stock, and sales.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Difficulty in tracking expired medicines.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Lack of automatic alerts for low stock levels.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Time-consuming sales management and high error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The Solution (Proposed System)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0" cy="91440"/>
          </a:xfrm>
          <a:prstGeom prst="rect">
            <a:avLst/>
          </a:prstGeom>
          <a:solidFill>
            <a:srgbClr val="28A7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212529"/>
                </a:solidFill>
              </a:defRPr>
            </a:pPr>
            <a:r>
              <a:t>Automated Inventory: Real-time tracking and monitoring.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Role-Based Access: Dedicated modules for Customers and Administrators.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Smart Alerts: Automated notifications for low stock and near-expiry dates.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Efficiency: Faster billing and accurate financial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01012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5720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 b="1">
                <a:solidFill>
                  <a:srgbClr val="0056B3"/>
                </a:solidFill>
              </a:defRPr>
            </a:pPr>
            <a:r>
              <a:t>Frontend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HTML, CSS, JavaScript, and Bootstrap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45720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 b="1">
                <a:solidFill>
                  <a:srgbClr val="0056B3"/>
                </a:solidFill>
              </a:defRPr>
            </a:pPr>
            <a:r>
              <a:t>Backend Framework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Django (Python)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45720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 b="1">
                <a:solidFill>
                  <a:srgbClr val="0056B3"/>
                </a:solidFill>
              </a:defRPr>
            </a:pPr>
            <a:r>
              <a:t>Database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SQLite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657600"/>
            <a:ext cx="45720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84048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 b="1">
                <a:solidFill>
                  <a:srgbClr val="0056B3"/>
                </a:solidFill>
              </a:defRPr>
            </a:pPr>
            <a:r>
              <a:t>Development Tools</a:t>
            </a:r>
          </a:p>
          <a:p>
            <a:pPr>
              <a:defRPr sz="1800">
                <a:solidFill>
                  <a:srgbClr val="212529"/>
                </a:solidFill>
              </a:defRPr>
            </a:pPr>
            <a:r>
              <a:t>VS Code / PyCharm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1682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Key Features - Admin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688067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212529"/>
                </a:solidFill>
              </a:defRPr>
            </a:pPr>
            <a:r>
              <a:t>Dashboard</a:t>
            </a:r>
            <a:r>
              <a:rPr/>
              <a:t>: </a:t>
            </a:r>
            <a:r>
              <a:rPr lang="en-US" dirty="0" smtClean="0"/>
              <a:t> </a:t>
            </a:r>
            <a:r>
              <a:rPr smtClean="0"/>
              <a:t>Real-time </a:t>
            </a:r>
            <a:r>
              <a:t>sales and profit analysis.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Product </a:t>
            </a:r>
            <a:r>
              <a:rPr/>
              <a:t>Management</a:t>
            </a:r>
            <a:r>
              <a:rPr smtClean="0"/>
              <a:t>:</a:t>
            </a:r>
            <a:r>
              <a:rPr lang="en-US" dirty="0" smtClean="0"/>
              <a:t>  </a:t>
            </a:r>
            <a:r>
              <a:rPr smtClean="0"/>
              <a:t> </a:t>
            </a:r>
            <a:r>
              <a:t>Add, update, and delete medicines.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Supplier Tracking</a:t>
            </a:r>
            <a:r>
              <a:rPr/>
              <a:t>: </a:t>
            </a:r>
            <a:r>
              <a:rPr lang="en-US" dirty="0" smtClean="0"/>
              <a:t>  </a:t>
            </a:r>
            <a:r>
              <a:rPr smtClean="0"/>
              <a:t>Manage </a:t>
            </a:r>
            <a:r>
              <a:t>supplier details and contact info.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Order </a:t>
            </a:r>
            <a:r>
              <a:rPr/>
              <a:t>Fulfillment</a:t>
            </a:r>
            <a:r>
              <a:rPr smtClean="0"/>
              <a:t>:</a:t>
            </a:r>
            <a:r>
              <a:rPr lang="en-US" dirty="0" smtClean="0"/>
              <a:t>  </a:t>
            </a:r>
            <a:r>
              <a:rPr smtClean="0"/>
              <a:t> </a:t>
            </a:r>
            <a:r>
              <a:t>Update status (Placed, Dispatched, Delivered).</a:t>
            </a:r>
          </a:p>
        </p:txBody>
      </p:sp>
      <p:pic>
        <p:nvPicPr>
          <p:cNvPr id="5" name="Picture 4" descr="inventory_dashboard_17764235737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004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952" cy="953213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39"/>
            <a:ext cx="10972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Key Features - Customer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770426" cy="30777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212529"/>
                </a:solidFill>
              </a:defRPr>
            </a:pPr>
            <a:r>
              <a:rPr b="1"/>
              <a:t>Secure </a:t>
            </a:r>
            <a:r>
              <a:rPr b="1"/>
              <a:t>Authentication</a:t>
            </a:r>
            <a:r>
              <a:rPr b="1" smtClean="0"/>
              <a:t>:</a:t>
            </a:r>
            <a:endParaRPr lang="en-US" b="1" dirty="0" smtClean="0"/>
          </a:p>
          <a:p>
            <a:pPr>
              <a:defRPr sz="2200">
                <a:solidFill>
                  <a:srgbClr val="212529"/>
                </a:solidFill>
              </a:defRPr>
            </a:pPr>
            <a:r>
              <a:rPr lang="en-US" dirty="0" smtClean="0"/>
              <a:t> </a:t>
            </a:r>
            <a:r>
              <a:rPr lang="en-US" dirty="0" smtClean="0"/>
              <a:t>             </a:t>
            </a:r>
            <a:r>
              <a:rPr smtClean="0"/>
              <a:t>Login </a:t>
            </a:r>
            <a:r>
              <a:t>with OTP verification.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rPr b="1"/>
              <a:t>Product </a:t>
            </a:r>
            <a:r>
              <a:rPr b="1"/>
              <a:t>Browsing</a:t>
            </a:r>
            <a:r>
              <a:rPr b="1" smtClean="0"/>
              <a:t>:</a:t>
            </a:r>
            <a:r>
              <a:rPr lang="en-US" b="1" dirty="0" smtClean="0"/>
              <a:t> 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rPr lang="en-US" dirty="0" smtClean="0"/>
              <a:t> </a:t>
            </a:r>
            <a:r>
              <a:rPr lang="en-US" dirty="0" smtClean="0"/>
              <a:t>           </a:t>
            </a:r>
            <a:r>
              <a:rPr smtClean="0"/>
              <a:t>Navigate </a:t>
            </a:r>
            <a:r>
              <a:t>medicines by category.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rPr b="1"/>
              <a:t>Shopping Cart</a:t>
            </a:r>
            <a:r>
              <a:rPr b="1"/>
              <a:t>: </a:t>
            </a:r>
            <a:endParaRPr lang="en-US" b="1" dirty="0" smtClean="0"/>
          </a:p>
          <a:p>
            <a:pPr>
              <a:defRPr sz="2200">
                <a:solidFill>
                  <a:srgbClr val="212529"/>
                </a:solidFill>
              </a:defRPr>
            </a:pPr>
            <a:r>
              <a:rPr lang="en-US" dirty="0" smtClean="0"/>
              <a:t> </a:t>
            </a:r>
            <a:r>
              <a:rPr lang="en-US" dirty="0" smtClean="0"/>
              <a:t>         </a:t>
            </a:r>
            <a:r>
              <a:rPr smtClean="0"/>
              <a:t>Add</a:t>
            </a:r>
            <a:r>
              <a:t>, remove, and manage items.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rPr b="1"/>
              <a:t>Order History</a:t>
            </a:r>
            <a:r>
              <a:rPr b="1"/>
              <a:t>: </a:t>
            </a:r>
            <a:endParaRPr lang="en-US" b="1" dirty="0" smtClean="0"/>
          </a:p>
          <a:p>
            <a:pPr>
              <a:defRPr sz="2200">
                <a:solidFill>
                  <a:srgbClr val="212529"/>
                </a:solidFill>
              </a:defRPr>
            </a:pPr>
            <a:r>
              <a:rPr lang="en-US" dirty="0" smtClean="0"/>
              <a:t> </a:t>
            </a:r>
            <a:r>
              <a:rPr lang="en-US" dirty="0" smtClean="0"/>
              <a:t>          </a:t>
            </a:r>
            <a:r>
              <a:rPr smtClean="0"/>
              <a:t>Track </a:t>
            </a:r>
            <a:r>
              <a:t>current status and view past orders.</a:t>
            </a:r>
          </a:p>
        </p:txBody>
      </p:sp>
      <p:pic>
        <p:nvPicPr>
          <p:cNvPr id="5" name="Picture 4" descr="customer_order_flow_17764236314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2004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35698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System Design (UML) &amp; Data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212529"/>
                </a:solidFill>
              </a:defRPr>
            </a:pPr>
            <a:r>
              <a:t>Use Case Diagram: Highlight actors (Customer, Admin, Payment System).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Key Models: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Product Model: Price, Stock, Expiry Date Attributes.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Order Model: Invoices and Payment Status tracking.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Registration Model: Secure User Credential storage.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952" cy="1045029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Project Feasibility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212529"/>
                </a:solidFill>
              </a:defRPr>
            </a:pPr>
            <a:r>
              <a:t>Development Model: Agile Methodology for iterative improvements.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Economic Feasibility: Open-source tech stack reduces costs.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Technical Feasibility: Python/Django provide reliable backend.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Operational Feasibility: User-friendly interface for non-tech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98376"/>
          </a:xfrm>
          <a:prstGeom prst="rect">
            <a:avLst/>
          </a:prstGeom>
          <a:solidFill>
            <a:srgbClr val="0056B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200">
                <a:solidFill>
                  <a:srgbClr val="212529"/>
                </a:solidFill>
              </a:defRPr>
            </a:pPr>
            <a:r>
              <a:t>Summary: A secure and user-friendly platform enhancing pharmacy productivity.</a:t>
            </a:r>
          </a:p>
          <a:p>
            <a:pPr>
              <a:defRPr sz="2200">
                <a:solidFill>
                  <a:srgbClr val="212529"/>
                </a:solidFill>
              </a:defRPr>
            </a:pPr>
            <a:r>
              <a:t>Future Scope: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Integration of Barcode Scanning for fast billing.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Mobile App for iOS/Android platforms.</a:t>
            </a:r>
          </a:p>
          <a:p>
            <a:pPr lvl="1">
              <a:defRPr sz="2200">
                <a:solidFill>
                  <a:srgbClr val="212529"/>
                </a:solidFill>
              </a:defRPr>
            </a:pPr>
            <a:r>
              <a:t>AI-driven demand forecasting for inventory.</a:t>
            </a:r>
          </a:p>
        </p:txBody>
      </p:sp>
      <p:pic>
        <p:nvPicPr>
          <p:cNvPr id="5" name="Picture 4" descr="online_payment_17764235895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403</Words>
  <Application>Microsoft Macintosh PowerPoint</Application>
  <PresentationFormat>Custom</PresentationFormat>
  <Paragraphs>83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G</cp:lastModifiedBy>
  <cp:revision>2</cp:revision>
  <dcterms:created xsi:type="dcterms:W3CDTF">2013-01-27T09:14:16Z</dcterms:created>
  <dcterms:modified xsi:type="dcterms:W3CDTF">2026-04-17T11:16:06Z</dcterms:modified>
  <cp:category/>
</cp:coreProperties>
</file>