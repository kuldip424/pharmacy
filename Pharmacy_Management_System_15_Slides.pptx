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armacy_hero_17764235236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800">
                <a:solidFill>
                  <a:srgbClr val="FFFFFF"/>
                </a:solidFill>
              </a:defRPr>
            </a:pPr>
            <a:r>
              <a:t>Pharmacy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</a:defRPr>
            </a:pPr>
            <a:r>
              <a:t>Presented By: Chauhan Kuldip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Roll No: 2401151012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Guided By: Ms. Jayna Rasania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JG University, School of Computing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(MCA Semester IV)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Project Overview &amp;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Automated web application for hospital pharmacies.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Focuses on transaction accuracy and data consistency.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Built using Django's secure and scalable architecture.</a:t>
            </a:r>
          </a:p>
        </p:txBody>
      </p:sp>
      <p:pic>
        <p:nvPicPr>
          <p:cNvPr id="5" name="Picture 4" descr="laptop_pharmacy_mockup_1776424003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Manual tracking is prone to human error.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Lack of immediate stock visibility.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Difficulty in managing large medicine databases.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Inability to predict expiry dates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Proposed Solution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Centralized database for all medicine records.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Automated stock alerts for low-quantity items.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Digital payment integration for modern customers.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Clear reports for sales and inventory auditing.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5720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56B3"/>
                </a:solidFill>
              </a:defRPr>
            </a:pPr>
            <a:r>
              <a:t>Frontend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HTML, CSS, JS, Bootstrap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45720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56B3"/>
                </a:solidFill>
              </a:defRPr>
            </a:pPr>
            <a:r>
              <a:t>Backend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Django (Python Framework)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45720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56B3"/>
                </a:solidFill>
              </a:defRPr>
            </a:pPr>
            <a:r>
              <a:t>Database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SQLite Relational Data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657600"/>
            <a:ext cx="45720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84048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56B3"/>
                </a:solidFill>
              </a:defRPr>
            </a:pPr>
            <a:r>
              <a:t>Tools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VS Code, Git, Razorpay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Software Requirements: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Python 3.x, Django 4.x, SQLite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Modern Browser (Chrome/Firefox/Edge)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Hardware Requirements: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Processor: Dual Core or higher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RAM: 4GB minimum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Storage: 10GB HDD/SSD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Software Development Life Cycle (SDLC)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Model Used: Iterative Waterfall / Agile.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Phases: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1. Planning &amp; Analysis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2. Designing UI &amp; Databases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3. Coding &amp; Integration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4. Testing &amp;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Key Features - 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Medicine Inventory Control (CRUD operations).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Supplier Management Portal.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Order Tracking &amp; Status Updates.</a:t>
            </a:r>
          </a:p>
        </p:txBody>
      </p:sp>
      <p:pic>
        <p:nvPicPr>
          <p:cNvPr id="5" name="Picture 4" descr="inventory_dashboard_17764235737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004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Key Features - Customer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Search medicines by Name/Category.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Secure Checkout &amp; Order History.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Profile Management and User Dashboard.</a:t>
            </a:r>
          </a:p>
        </p:txBody>
      </p:sp>
      <p:pic>
        <p:nvPicPr>
          <p:cNvPr id="5" name="Picture 4" descr="customer_order_flow_1776423631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004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System Design &amp; UML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Use Case Diagram: Interactions between User, Admin, and System.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Activity Diagram: Showing the path from Search to Order.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Class Diagram: Representing Data Entities and Methods.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Database Architecture (ER Perspective)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Relational Database Design with Primary &amp; Foreign Keys.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Key Tables: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Products: id, name, category_id, stock, price, expiry.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Orders: id, user_id, amount, status, date.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Suppliers: id, contact, location, company.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Data 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Password Encryption: PBKDF2 with SHA256 hashing.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CSRF Protection: Protecting against web-based attacks.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OTP Verification: Two-factor authentication for higher security.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Session Management: Secure handling of user logins.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Unit Testing: Testing individual models and view functions.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Integration Testing: Verifying payment gateway and stock linkage.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Black Box Testing: Validating UI inputs and workflows.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Outcome: All test cases passed successfully.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Project Feasibility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Economic: Minimal cost due to open-source software.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Technical: Python/Django provides a stable dev environment.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Operational: Simplifies work for pharmacy staff and customers.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212529"/>
                </a:solidFill>
              </a:defRPr>
            </a:pPr>
            <a:r>
              <a:t>Conclusion: A robust digital solution for small to medium pharmacies.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Future Scope: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Mobile Application Development.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Automatic Email Notifications for Expiry.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Advanced Sales &amp; Data Analytics.</a:t>
            </a:r>
          </a:p>
        </p:txBody>
      </p:sp>
      <p:pic>
        <p:nvPicPr>
          <p:cNvPr id="5" name="Picture 4" descr="online_payment_17764235895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